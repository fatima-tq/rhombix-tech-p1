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27" autoAdjust="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0322319A-19D1-409D-8904-19915F929AC5}" type="datetimeFigureOut">
              <a:rPr lang="en-US" smtClean="0"/>
              <a:pPr/>
              <a:t>7/23/2026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715CA70-ED6E-4F22-BB0A-CE3B44626C97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amaz0n-verify.tk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PHISHING AWARENESS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 smtClean="0"/>
              <a:t>Don't Take the Bait!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What Is Phishing?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Definition: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Phishing is a </a:t>
            </a:r>
            <a:r>
              <a:rPr lang="en-GB" dirty="0" err="1" smtClean="0"/>
              <a:t>cyberattack</a:t>
            </a:r>
            <a:r>
              <a:rPr lang="en-GB" dirty="0" smtClean="0"/>
              <a:t> where criminals impersonate trusted entities to steal your sensitive information (passwords, credit cards, company data).</a:t>
            </a:r>
          </a:p>
          <a:p>
            <a:pPr>
              <a:buNone/>
            </a:pPr>
            <a:endParaRPr lang="en-GB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Types of Phishing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 smtClean="0"/>
              <a:t> </a:t>
            </a:r>
            <a:r>
              <a:rPr lang="en-GB" dirty="0" smtClean="0"/>
              <a:t>    Email </a:t>
            </a:r>
            <a:r>
              <a:rPr lang="en-GB" dirty="0" smtClean="0"/>
              <a:t>Phishing</a:t>
            </a:r>
          </a:p>
          <a:p>
            <a:pPr>
              <a:buNone/>
            </a:pPr>
            <a:r>
              <a:rPr lang="en-GB" dirty="0" smtClean="0"/>
              <a:t>  Mass </a:t>
            </a:r>
            <a:r>
              <a:rPr lang="en-GB" dirty="0" smtClean="0"/>
              <a:t>emails sent to a large number of people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    Spear </a:t>
            </a:r>
            <a:r>
              <a:rPr lang="en-GB" dirty="0" smtClean="0"/>
              <a:t>Phishing</a:t>
            </a:r>
          </a:p>
          <a:p>
            <a:pPr>
              <a:buNone/>
            </a:pPr>
            <a:r>
              <a:rPr lang="en-GB" dirty="0" smtClean="0"/>
              <a:t>Targeted attacks on specific individuals or companies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   </a:t>
            </a:r>
            <a:r>
              <a:rPr lang="en-GB" dirty="0" smtClean="0"/>
              <a:t>Whaling</a:t>
            </a:r>
          </a:p>
          <a:p>
            <a:pPr>
              <a:buNone/>
            </a:pPr>
            <a:r>
              <a:rPr lang="en-GB" dirty="0" smtClean="0"/>
              <a:t> Spear </a:t>
            </a:r>
            <a:r>
              <a:rPr lang="en-GB" dirty="0" smtClean="0"/>
              <a:t>phishing targeting high-profile executives (CEOs, CFOs)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Smishing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Phishing via SMS text messages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Vishing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Phishing via voice calls (phone calls)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     Clone </a:t>
            </a:r>
            <a:r>
              <a:rPr lang="en-GB" dirty="0" smtClean="0"/>
              <a:t>Phishing</a:t>
            </a:r>
          </a:p>
          <a:p>
            <a:pPr>
              <a:buNone/>
            </a:pPr>
            <a:r>
              <a:rPr lang="en-GB" dirty="0" smtClean="0"/>
              <a:t>Legitimate email is cloned and sent with malicious links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Common tactic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1643051"/>
          <a:ext cx="7215238" cy="4972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7619"/>
                <a:gridCol w="3607619"/>
              </a:tblGrid>
              <a:tr h="827727"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Tactic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Example</a:t>
                      </a:r>
                      <a:endParaRPr lang="en-GB" dirty="0"/>
                    </a:p>
                  </a:txBody>
                  <a:tcPr/>
                </a:tc>
              </a:tr>
              <a:tr h="1475437">
                <a:tc>
                  <a:txBody>
                    <a:bodyPr/>
                    <a:lstStyle/>
                    <a:p>
                      <a:r>
                        <a:rPr kumimoji="0" lang="en-GB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Urgency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"Act now or your account will be locked!"</a:t>
                      </a:r>
                      <a:endParaRPr lang="en-GB" dirty="0"/>
                    </a:p>
                  </a:txBody>
                  <a:tcPr/>
                </a:tc>
              </a:tr>
              <a:tr h="827727">
                <a:tc>
                  <a:txBody>
                    <a:bodyPr/>
                    <a:lstStyle/>
                    <a:p>
                      <a:r>
                        <a:rPr kumimoji="0" lang="en-GB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Spoofed sender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mastercardsIT@gmail.com</a:t>
                      </a:r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pretending to be </a:t>
                      </a:r>
                      <a:r>
                        <a:rPr kumimoji="0" lang="en-GB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Mastercard</a:t>
                      </a:r>
                      <a:endParaRPr lang="en-GB" dirty="0"/>
                    </a:p>
                  </a:txBody>
                  <a:tcPr/>
                </a:tc>
              </a:tr>
              <a:tr h="827727">
                <a:tc>
                  <a:txBody>
                    <a:bodyPr/>
                    <a:lstStyle/>
                    <a:p>
                      <a:r>
                        <a:rPr kumimoji="0" lang="en-GB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Fake links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Hidden URLs that lead to malicious sites</a:t>
                      </a:r>
                      <a:endParaRPr lang="en-GB" dirty="0"/>
                    </a:p>
                  </a:txBody>
                  <a:tcPr/>
                </a:tc>
              </a:tr>
              <a:tr h="827727">
                <a:tc>
                  <a:txBody>
                    <a:bodyPr/>
                    <a:lstStyle/>
                    <a:p>
                      <a:r>
                        <a:rPr kumimoji="0" lang="en-GB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Personalization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latin typeface="quote-cjk-patch"/>
                        </a:rPr>
                        <a:t/>
                      </a:r>
                      <a:br>
                        <a:rPr lang="en-GB" b="0" dirty="0">
                          <a:latin typeface="quote-cjk-patch"/>
                        </a:rPr>
                      </a:br>
                      <a:r>
                        <a:rPr lang="en-GB" b="0" dirty="0">
                          <a:latin typeface="quote-cjk-patch"/>
                        </a:rPr>
                        <a:t>Using your name or role to build trust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Red Flags – Spot the Bait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b="1" dirty="0" smtClean="0"/>
              <a:t>                       Signs It's a Phishing Email:</a:t>
            </a:r>
            <a:endParaRPr lang="en-GB" dirty="0" smtClean="0"/>
          </a:p>
          <a:p>
            <a:r>
              <a:rPr lang="en-GB" b="1" dirty="0" smtClean="0"/>
              <a:t>Suspicious sender address</a:t>
            </a:r>
            <a:r>
              <a:rPr lang="en-GB" dirty="0" smtClean="0"/>
              <a:t> – Check the domain! (e.g., @</a:t>
            </a:r>
            <a:r>
              <a:rPr lang="en-GB" dirty="0" err="1" smtClean="0"/>
              <a:t>gmail.com</a:t>
            </a:r>
            <a:r>
              <a:rPr lang="en-GB" dirty="0" smtClean="0"/>
              <a:t> instead of @</a:t>
            </a:r>
            <a:r>
              <a:rPr lang="en-GB" dirty="0" err="1" smtClean="0"/>
              <a:t>company.com</a:t>
            </a:r>
            <a:r>
              <a:rPr lang="en-GB" dirty="0" smtClean="0"/>
              <a:t>)</a:t>
            </a:r>
          </a:p>
          <a:p>
            <a:r>
              <a:rPr lang="en-GB" dirty="0" smtClean="0"/>
              <a:t> </a:t>
            </a:r>
            <a:r>
              <a:rPr lang="en-GB" b="1" dirty="0" smtClean="0"/>
              <a:t>Threats or urgency</a:t>
            </a:r>
            <a:r>
              <a:rPr lang="en-GB" dirty="0" smtClean="0"/>
              <a:t> – "Immediate action required" or "Your account will be closed"</a:t>
            </a:r>
          </a:p>
          <a:p>
            <a:r>
              <a:rPr lang="en-GB" dirty="0" smtClean="0"/>
              <a:t> </a:t>
            </a:r>
            <a:r>
              <a:rPr lang="en-GB" b="1" dirty="0" smtClean="0"/>
              <a:t>Hover over links</a:t>
            </a:r>
            <a:r>
              <a:rPr lang="en-GB" dirty="0" smtClean="0"/>
              <a:t> – Does the actual URL match what's displayed?</a:t>
            </a:r>
          </a:p>
          <a:p>
            <a:r>
              <a:rPr lang="en-GB" dirty="0" smtClean="0"/>
              <a:t> </a:t>
            </a:r>
            <a:r>
              <a:rPr lang="en-GB" b="1" dirty="0" smtClean="0"/>
              <a:t>Poor grammar/layout</a:t>
            </a:r>
            <a:r>
              <a:rPr lang="en-GB" dirty="0" smtClean="0"/>
              <a:t> – Typos, weird formatting, or generic greetings like "Dear User"</a:t>
            </a:r>
          </a:p>
          <a:p>
            <a:r>
              <a:rPr lang="en-GB" b="1" dirty="0" smtClean="0"/>
              <a:t>Too good to be true</a:t>
            </a:r>
            <a:r>
              <a:rPr lang="en-GB" dirty="0" smtClean="0"/>
              <a:t> – Unexpected prizes, refunds, or bonuses</a:t>
            </a:r>
          </a:p>
          <a:p>
            <a:pPr>
              <a:buNone/>
            </a:pPr>
            <a:r>
              <a:rPr lang="en-GB" b="1" dirty="0" smtClean="0"/>
              <a:t>                       What to do:</a:t>
            </a:r>
            <a:endParaRPr lang="en-GB" dirty="0" smtClean="0"/>
          </a:p>
          <a:p>
            <a:r>
              <a:rPr lang="en-GB" dirty="0" smtClean="0"/>
              <a:t> Hover before you click</a:t>
            </a:r>
          </a:p>
          <a:p>
            <a:r>
              <a:rPr lang="en-GB" dirty="0" smtClean="0"/>
              <a:t> Verify with IT via phone or internal chat</a:t>
            </a:r>
          </a:p>
          <a:p>
            <a:r>
              <a:rPr lang="en-GB" dirty="0" smtClean="0"/>
              <a:t> Report suspicious emails using the "Report Phishing" button</a:t>
            </a:r>
          </a:p>
          <a:p>
            <a:r>
              <a:rPr lang="en-GB" dirty="0" smtClean="0"/>
              <a:t> Never share passwords via email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Real vs. Fake – Can You Tell?</a:t>
            </a:r>
            <a:br>
              <a:rPr lang="en-GB" dirty="0" smtClean="0"/>
            </a:b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9725"/>
          <a:ext cx="7239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0"/>
                <a:gridCol w="36195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Real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Fake</a:t>
                      </a:r>
                      <a:r>
                        <a:rPr lang="en-GB" baseline="0" dirty="0" smtClean="0"/>
                        <a:t> mail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@</a:t>
                      </a:r>
                      <a:r>
                        <a:rPr lang="en-GB" dirty="0" err="1" smtClean="0"/>
                        <a:t>mastercard.com</a:t>
                      </a:r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domain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@mastercardsIT@gmail.com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Clear, professional formatting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Sloppy layout or weird spacing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Links go to </a:t>
                      </a:r>
                      <a:r>
                        <a:rPr lang="en-GB" dirty="0" smtClean="0"/>
                        <a:t>mastercard.com/...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Link goes to Wikipedia or random site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Interactive Example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GB" dirty="0" smtClean="0"/>
              <a:t>From</a:t>
            </a:r>
            <a:r>
              <a:rPr lang="en-GB" dirty="0" smtClean="0"/>
              <a:t>: support@amaz0n-secure.com</a:t>
            </a:r>
          </a:p>
          <a:p>
            <a:pPr>
              <a:buNone/>
            </a:pPr>
            <a:r>
              <a:rPr lang="en-GB" dirty="0" smtClean="0"/>
              <a:t>Subject: ⚠️ URGENT: Account Suspension </a:t>
            </a:r>
            <a:r>
              <a:rPr lang="en-GB" dirty="0" smtClean="0"/>
              <a:t>Warning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Dear Customer</a:t>
            </a:r>
            <a:r>
              <a:rPr lang="en-GB" dirty="0" smtClean="0"/>
              <a:t>,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We have detected unusual activity on your account.</a:t>
            </a:r>
          </a:p>
          <a:p>
            <a:pPr>
              <a:buNone/>
            </a:pPr>
            <a:r>
              <a:rPr lang="en-GB" dirty="0" smtClean="0"/>
              <a:t>Your account will be suspended in 24 hours.</a:t>
            </a:r>
          </a:p>
          <a:p>
            <a:pPr>
              <a:buNone/>
            </a:pPr>
            <a:r>
              <a:rPr lang="en-GB" dirty="0" smtClean="0"/>
              <a:t>Click </a:t>
            </a:r>
            <a:r>
              <a:rPr lang="en-GB" dirty="0" smtClean="0"/>
              <a:t>here to verify your identity: </a:t>
            </a:r>
            <a:r>
              <a:rPr lang="en-GB" dirty="0" smtClean="0">
                <a:hlinkClick r:id="rId2"/>
              </a:rPr>
              <a:t>http://amaz0n-verify.tk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Failure </a:t>
            </a:r>
            <a:r>
              <a:rPr lang="en-GB" dirty="0" smtClean="0"/>
              <a:t>to verify will result in permanent account closure.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Thank you,</a:t>
            </a:r>
          </a:p>
          <a:p>
            <a:pPr>
              <a:buNone/>
            </a:pPr>
            <a:r>
              <a:rPr lang="en-GB" dirty="0" smtClean="0"/>
              <a:t>Amazon Security Team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🔍 </a:t>
            </a:r>
            <a:r>
              <a:rPr lang="en-GB" dirty="0" smtClean="0"/>
              <a:t>Red Flags in This Email:</a:t>
            </a:r>
          </a:p>
          <a:p>
            <a:pPr>
              <a:buNone/>
            </a:pPr>
            <a:r>
              <a:rPr lang="en-GB" dirty="0" smtClean="0"/>
              <a:t>❌ Sender: amaz0n-secure.com (fake domain)</a:t>
            </a:r>
          </a:p>
          <a:p>
            <a:pPr>
              <a:buNone/>
            </a:pPr>
            <a:r>
              <a:rPr lang="en-GB" dirty="0" smtClean="0"/>
              <a:t>❌ "Dear Customer" (generic greeting)</a:t>
            </a:r>
          </a:p>
          <a:p>
            <a:pPr>
              <a:buNone/>
            </a:pPr>
            <a:r>
              <a:rPr lang="en-GB" dirty="0" smtClean="0"/>
              <a:t>❌ "URGENT" (pressure tactic)</a:t>
            </a:r>
          </a:p>
          <a:p>
            <a:pPr>
              <a:buNone/>
            </a:pPr>
            <a:r>
              <a:rPr lang="en-GB" dirty="0" smtClean="0"/>
              <a:t>❌ Suspicious link: amaz0n-verify.tk</a:t>
            </a:r>
          </a:p>
          <a:p>
            <a:pPr>
              <a:buNone/>
            </a:pPr>
            <a:r>
              <a:rPr lang="en-GB" dirty="0" smtClean="0"/>
              <a:t>❌ Poor grammar</a:t>
            </a: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Real-World </a:t>
            </a:r>
            <a:r>
              <a:rPr lang="en-GB" dirty="0" smtClean="0"/>
              <a:t>Consequences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GB" dirty="0" smtClean="0"/>
              <a:t>💰 </a:t>
            </a:r>
            <a:r>
              <a:rPr lang="en-GB" dirty="0" smtClean="0"/>
              <a:t>Financial Loss</a:t>
            </a:r>
          </a:p>
          <a:p>
            <a:pPr>
              <a:buNone/>
            </a:pPr>
            <a:r>
              <a:rPr lang="en-GB" dirty="0" smtClean="0"/>
              <a:t>• Direct theft from bank accounts</a:t>
            </a:r>
          </a:p>
          <a:p>
            <a:pPr>
              <a:buNone/>
            </a:pPr>
            <a:r>
              <a:rPr lang="en-GB" dirty="0" smtClean="0"/>
              <a:t>• </a:t>
            </a:r>
            <a:r>
              <a:rPr lang="en-GB" dirty="0" err="1" smtClean="0"/>
              <a:t>Ransomware</a:t>
            </a:r>
            <a:r>
              <a:rPr lang="en-GB" dirty="0" smtClean="0"/>
              <a:t> payments</a:t>
            </a:r>
          </a:p>
          <a:p>
            <a:pPr>
              <a:buNone/>
            </a:pPr>
            <a:r>
              <a:rPr lang="en-GB" dirty="0" smtClean="0"/>
              <a:t>• Fraudulent purchases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📊 Data Breach</a:t>
            </a:r>
          </a:p>
          <a:p>
            <a:pPr>
              <a:buNone/>
            </a:pPr>
            <a:r>
              <a:rPr lang="en-GB" dirty="0" smtClean="0"/>
              <a:t>• Loss of sensitive customer data</a:t>
            </a:r>
          </a:p>
          <a:p>
            <a:pPr>
              <a:buNone/>
            </a:pPr>
            <a:r>
              <a:rPr lang="en-GB" dirty="0" smtClean="0"/>
              <a:t>• Exposure of company secrets</a:t>
            </a:r>
          </a:p>
          <a:p>
            <a:pPr>
              <a:buNone/>
            </a:pPr>
            <a:r>
              <a:rPr lang="en-GB" dirty="0" smtClean="0"/>
              <a:t>• Identity theft of employees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🏢 Reputational Damage</a:t>
            </a:r>
          </a:p>
          <a:p>
            <a:pPr>
              <a:buNone/>
            </a:pPr>
            <a:r>
              <a:rPr lang="en-GB" dirty="0" smtClean="0"/>
              <a:t>• Loss of customer trust</a:t>
            </a:r>
          </a:p>
          <a:p>
            <a:pPr>
              <a:buNone/>
            </a:pPr>
            <a:r>
              <a:rPr lang="en-GB" dirty="0" smtClean="0"/>
              <a:t>• Negative media coverage</a:t>
            </a:r>
          </a:p>
          <a:p>
            <a:pPr>
              <a:buNone/>
            </a:pPr>
            <a:r>
              <a:rPr lang="en-GB" dirty="0" smtClean="0"/>
              <a:t>• Stock price decline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⏰ System </a:t>
            </a:r>
            <a:r>
              <a:rPr lang="en-GB" dirty="0" smtClean="0"/>
              <a:t>Downtime</a:t>
            </a:r>
          </a:p>
          <a:p>
            <a:pPr>
              <a:buNone/>
            </a:pPr>
            <a:r>
              <a:rPr lang="en-GB" dirty="0" smtClean="0"/>
              <a:t>• Business operations halted</a:t>
            </a:r>
          </a:p>
          <a:p>
            <a:pPr>
              <a:buNone/>
            </a:pPr>
            <a:r>
              <a:rPr lang="en-GB" dirty="0" smtClean="0"/>
              <a:t>• </a:t>
            </a:r>
            <a:r>
              <a:rPr lang="en-GB" dirty="0" smtClean="0"/>
              <a:t>Lost productivity</a:t>
            </a:r>
          </a:p>
          <a:p>
            <a:pPr>
              <a:buNone/>
            </a:pPr>
            <a:r>
              <a:rPr lang="en-GB" dirty="0" smtClean="0"/>
              <a:t>• Recovery costs</a:t>
            </a:r>
          </a:p>
          <a:p>
            <a:endParaRPr lang="en-GB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Best Practices to Stay Safe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dirty="0" smtClean="0"/>
              <a:t>🛡️ Best Practices to Stay Safe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1. 🔐 Think Before You </a:t>
            </a:r>
            <a:r>
              <a:rPr lang="en-GB" dirty="0" smtClean="0"/>
              <a:t>Click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2. ✅ Verify, Verify, Verify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3. 📊 Keep Software </a:t>
            </a:r>
            <a:r>
              <a:rPr lang="en-GB" dirty="0" smtClean="0"/>
              <a:t>Updated</a:t>
            </a:r>
            <a:endParaRPr lang="en-GB" dirty="0" smtClean="0"/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4. 🔑 Use Strong Passwords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5. 📧 Be </a:t>
            </a:r>
            <a:r>
              <a:rPr lang="en-GB" dirty="0" err="1" smtClean="0"/>
              <a:t>Skeptical</a:t>
            </a:r>
            <a:r>
              <a:rPr lang="en-GB" dirty="0" smtClean="0"/>
              <a:t> of Unsolicited Requests</a:t>
            </a:r>
          </a:p>
          <a:p>
            <a:pPr>
              <a:buNone/>
            </a:pPr>
            <a:r>
              <a:rPr lang="en-GB" dirty="0" smtClean="0"/>
              <a:t>  </a:t>
            </a:r>
          </a:p>
          <a:p>
            <a:pPr>
              <a:buNone/>
            </a:pPr>
            <a:r>
              <a:rPr lang="en-GB" dirty="0" smtClean="0"/>
              <a:t>6. 🎓 Stay </a:t>
            </a:r>
            <a:r>
              <a:rPr lang="en-GB" dirty="0" smtClean="0"/>
              <a:t>Educated</a:t>
            </a:r>
            <a:endParaRPr lang="en-GB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Summary 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GB" dirty="0" smtClean="0"/>
              <a:t>🚨 </a:t>
            </a:r>
            <a:r>
              <a:rPr lang="en-GB" dirty="0" smtClean="0"/>
              <a:t>Remember:</a:t>
            </a:r>
          </a:p>
          <a:p>
            <a:pPr>
              <a:buNone/>
            </a:pPr>
            <a:r>
              <a:rPr lang="en-GB" dirty="0" smtClean="0"/>
              <a:t>• Phishing is a type of social engineering</a:t>
            </a:r>
          </a:p>
          <a:p>
            <a:pPr>
              <a:buNone/>
            </a:pPr>
            <a:r>
              <a:rPr lang="en-GB" dirty="0" smtClean="0"/>
              <a:t>• It can happen via email, phone, or text</a:t>
            </a:r>
          </a:p>
          <a:p>
            <a:pPr>
              <a:buNone/>
            </a:pPr>
            <a:r>
              <a:rPr lang="en-GB" dirty="0" smtClean="0"/>
              <a:t>• Anyone can be a target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🔑 Key Points:</a:t>
            </a:r>
          </a:p>
          <a:p>
            <a:pPr>
              <a:buNone/>
            </a:pPr>
            <a:r>
              <a:rPr lang="en-GB" dirty="0" smtClean="0"/>
              <a:t>✓ Always verify sender addresses</a:t>
            </a:r>
          </a:p>
          <a:p>
            <a:pPr>
              <a:buNone/>
            </a:pPr>
            <a:r>
              <a:rPr lang="en-GB" dirty="0" smtClean="0"/>
              <a:t>✓ Don't click suspicious links</a:t>
            </a:r>
          </a:p>
          <a:p>
            <a:pPr>
              <a:buNone/>
            </a:pPr>
            <a:r>
              <a:rPr lang="en-GB" dirty="0" smtClean="0"/>
              <a:t>✓ Never share personal info via email</a:t>
            </a:r>
          </a:p>
          <a:p>
            <a:pPr>
              <a:buNone/>
            </a:pPr>
            <a:r>
              <a:rPr lang="en-GB" dirty="0" smtClean="0"/>
              <a:t>✓ Use 2FA when available</a:t>
            </a:r>
          </a:p>
          <a:p>
            <a:pPr>
              <a:buNone/>
            </a:pPr>
            <a:r>
              <a:rPr lang="en-GB" dirty="0" smtClean="0"/>
              <a:t>✓ Report suspicious emails immediately</a:t>
            </a:r>
          </a:p>
          <a:p>
            <a:pPr>
              <a:buNone/>
            </a:pPr>
            <a:r>
              <a:rPr lang="en-GB" dirty="0" smtClean="0"/>
              <a:t>✓ When in doubt, don't act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🎯 Final Thought:</a:t>
            </a:r>
          </a:p>
          <a:p>
            <a:pPr>
              <a:buNone/>
            </a:pPr>
            <a:r>
              <a:rPr lang="en-GB" dirty="0" smtClean="0"/>
              <a:t>"If it looks suspicious, it probably IS suspicious. </a:t>
            </a:r>
          </a:p>
          <a:p>
            <a:pPr>
              <a:buNone/>
            </a:pPr>
            <a:r>
              <a:rPr lang="en-GB" dirty="0" smtClean="0"/>
              <a:t>Don't let urgency or fear make you a victim!"</a:t>
            </a:r>
          </a:p>
          <a:p>
            <a:endParaRPr lang="en-GB" dirty="0" smtClean="0"/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🔒 Stay Safe! Think Before You Click!</a:t>
            </a:r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20</TotalTime>
  <Words>479</Words>
  <Application>Microsoft Office PowerPoint</Application>
  <PresentationFormat>On-screen Show (4:3)</PresentationFormat>
  <Paragraphs>126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Opulent</vt:lpstr>
      <vt:lpstr>PHISHING AWARENESS</vt:lpstr>
      <vt:lpstr>What Is Phishing? </vt:lpstr>
      <vt:lpstr>Types of Phishing </vt:lpstr>
      <vt:lpstr>Common tactic</vt:lpstr>
      <vt:lpstr>Red Flags – Spot the Bait </vt:lpstr>
      <vt:lpstr>Real vs. Fake – Can You Tell? </vt:lpstr>
      <vt:lpstr>Interactive Example </vt:lpstr>
      <vt:lpstr>Real-World Consequences</vt:lpstr>
      <vt:lpstr>Best Practices to Stay Safe </vt:lpstr>
      <vt:lpstr>Summary 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</dc:title>
  <dc:creator>Fatima</dc:creator>
  <cp:lastModifiedBy>Fatima</cp:lastModifiedBy>
  <cp:revision>4</cp:revision>
  <dcterms:created xsi:type="dcterms:W3CDTF">2026-07-10T08:00:47Z</dcterms:created>
  <dcterms:modified xsi:type="dcterms:W3CDTF">2026-07-23T09:57:44Z</dcterms:modified>
</cp:coreProperties>
</file>